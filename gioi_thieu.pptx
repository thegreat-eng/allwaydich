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ad287e2bd744d23" /><Relationship Type="http://schemas.openxmlformats.org/package/2006/relationships/metadata/core-properties" Target="/docProps/core.xml" Id="R3a05d861d8dd40bc" /><Relationship Type="http://schemas.openxmlformats.org/officeDocument/2006/relationships/extended-properties" Target="/docProps/app.xml" Id="R3867884b2b264a6e" /><Relationship Type="http://schemas.openxmlformats.org/officeDocument/2006/relationships/custom-properties" Target="/docProps/custom.xml" Id="Re9de2778f92e44a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c706e9643604242"/>
    <p:sldId id="257" r:id="R972d72b76b6c411f"/>
    <p:sldId id="258" r:id="R17a1efae16ae424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c706e9643604242" /><Relationship Type="http://schemas.openxmlformats.org/officeDocument/2006/relationships/slide" Target="/ppt/slides/slide2.xml" Id="R972d72b76b6c411f" /><Relationship Type="http://schemas.openxmlformats.org/officeDocument/2006/relationships/slide" Target="/ppt/slides/slide3.xml" Id="R17a1efae16ae424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d130ef86343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ae750240945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547202ac543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db8f219f444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69dc53c6945f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44de6c65ceb422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9df6b9ace47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19e95376d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c1f449d9046c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E293B"/>
            </a:gs>
            <a:gs pos="100000">
              <a:srgbClr val="0F172A"/>
            </a:gs>
          </a:gsLst>
          <a:lin ang="18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Giới thiệu về tôi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Một bản giới thiệu ngắn gọn, rõ ràng và dễ chỉnh sửa</a:t>
            </a:r>
          </a:p>
        </p:txBody>
      </p:sp>
    </p:spTree>
  </p:cSld>
  <p:transition>
    <p:fade/>
  </p:transition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2E8F0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Tôi là ai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Họ tên: [Điền tên của bạn]</a:t>
            </a:r>
          </a:p>
          <a:p xmlns:a="http://schemas.openxmlformats.org/drawingml/2006/main">
            <a:r>
              <a:rPr lang="en-US"/>
              <a:t>Vai trò: [Điền nghề nghiệp hoặc vị trí]</a:t>
            </a:r>
          </a:p>
          <a:p xmlns:a="http://schemas.openxmlformats.org/drawingml/2006/main">
            <a:r>
              <a:rPr lang="en-US"/>
              <a:t>Điểm mạnh: [Điền 1-2 thế mạnh nổi bật]</a:t>
            </a:r>
          </a:p>
        </p:txBody>
      </p:sp>
    </p:spTree>
  </p:cSld>
  <p:transition>
    <p:fade/>
  </p:transition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F766E"/>
            </a:gs>
            <a:gs pos="100000">
              <a:srgbClr val="134E4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Mục tiêu và sở thích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Sở thích: [Điền sở thích cá nhân]</a:t>
            </a:r>
          </a:p>
          <a:p xmlns:a="http://schemas.openxmlformats.org/drawingml/2006/main">
            <a:r>
              <a:rPr lang="en-US"/>
              <a:t>Mục tiêu: [Điền mục tiêu ngắn hạn]</a:t>
            </a:r>
          </a:p>
          <a:p xmlns:a="http://schemas.openxmlformats.org/drawingml/2006/main">
            <a:r>
              <a:rPr lang="en-US"/>
              <a:t>Thông điệp: [Điền một câu giới thiệu ngắn về bạn]</a:t>
            </a: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2026-07-20T02:30:51Z</dcterms:created>
  <cp:lastModifiedBy>OfficeCLI</cp:lastModifiedBy>
  <dcterms:modified xsi:type="dcterms:W3CDTF">2026-07-20T02:30:51Z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1.0.139</vt:lpwstr>
  </op:property>
  <op:property fmtid="{D5CDD505-2E9C-101B-9397-08002B2CF9AE}" pid="3" name="OfficeCLI.LastModified">
    <vt:lpwstr xmlns:vt="http://schemas.openxmlformats.org/officeDocument/2006/docPropsVTypes">2026-07-20T02:32:11Z</vt:lpwstr>
  </op:property>
</op:Properties>
</file>